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DATATHON INVESTIGATIVO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Finais — Operações com Dados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 Ciência de Dados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em Ciência de Dados — UNIFOR — Turma 13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Cássio Pinheiro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O DATATHON?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recebe uma operação — um cenário realista onde dados escondem padrões, fraudes, anomalias ou crises. O objetivo é investigar cruzando múltiplas fontes para montar o quebra-cabeça.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10312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Projetos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Investigativos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Analíticos Realistas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1031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210312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317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7472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projeto com 3 CSVs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problemas plantados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21031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210312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3317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17920" y="3246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obrigatório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fontes públicas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duplas ou trios  •  Entrega: Notebook + Apresentação (5-7 min)  •  Mínimo 8 visualizações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CRITÉRIOS DE AVALIAÇÃO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e Cruzamento de Datasets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0" y="1280160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1280160"/>
            <a:ext cx="41148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1234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Transformação dos Dados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1783080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1783080"/>
            <a:ext cx="32918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737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das Visualizações (mín. 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286000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2286000"/>
            <a:ext cx="32918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240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e Clareza nas Conclusões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2788920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1920" y="2788920"/>
            <a:ext cx="32918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743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do Código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31920" y="3291840"/>
            <a:ext cx="41148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3291840"/>
            <a:ext cx="246888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BONIFICAÇÕES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integrados: +1.0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criativa: +0.5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avançada: +0.5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adicionais: +0.5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Máximo de bonificação: +2.5 pontos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INVESTIGATIVO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P01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OPERAÇÃO BISTURI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Hospitalar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em 15 hospitais públicos do Nordeste. Superfaturamento de procedimentos, pacientes fantasma e internações fictícias.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indicadores_hospitalares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registro_procedimentos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denuncias_anonimas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DataSUS/TabNet, CNES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/ Gestão Hospitalar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P01 — Operação Bisturi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unidades têm relação incompatível entre leitos e volume de internação?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procedimentos duplicados (mesmo paciente, data, procedimento)?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custos são compatíveis com referências de mercado?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padrões surgem no cruzamento com denúncias anônimas?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Superfaturamento + pacientes fantasma + picos em meses de meta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Alta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multi-dataset • Detecção de duplicatas • Boxplots comparativos • Heatmaps • Pivot tables • Outlier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INVESTIGATIVO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P02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OPERAÇÃO MARKETPLACE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E-commerce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de avaliações por vendedores fraudulentos com contas falsas e vendas em horários atípicos em plataforma cearense.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ecommerce_vendas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vendedores_perfil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avaliacoes_suspeitas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Olist, Reclame Aqui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/ Gestão Comercial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P02 — Operação Marketplace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vendedores com vendas concentradas em horários atípicos (2-5h)?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falsas são identificáveis (contas novas, IPs repetidos)?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suspeitos compartilham características comuns?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impacto financeiro das vendas fraudulentas?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falsas + vendas em horário atípico + cluster de vendedores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Alta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temporal • Análise de conta • Detecção de IP • Scoring de risco • Crosstab • Histograma por hora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ANALÍTICO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P03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ALERTA VERMELHO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Ambiental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alarmante de internações respiratórias em bairros específicos. Identificar fonte poluidora, padrões temporais e populações afetadas.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qualidade_ar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internacoes_respiratorias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cadastro_industrias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OpenAQ, CETESB, CONAMA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Ambiental / Saúde Pública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P03 — Alerta Vermelho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estação mostra os piores índices de qualidade do ar?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poluição segue padrões horários identificáveis (picos inesperados)?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Bairros com internações respiratórias coincidem com estações mais poluídas?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indústria é a suspeita com base em localização e horário?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 noturnas ilegais + correlação com internações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Média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IQA • Análise temporal hora/mês • Groupby multinível • Classificação por percentil • Calendar heatmaps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INVESTIGATIVO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P04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OPERAÇÃO NOTA INFLADA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Educacional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 de notas internas para garantir bônus financeiro. Notas internas altas enquanto o SAEB conta uma história diferente.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desempenho_educacional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historico_avaliacoes_externas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metas_bonificacao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INEP/SAEB, QEdu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/ Gestão Escolar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P04 — Operação Nota Inflada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escolas mostram gaps incompatíveis entre notas internas e externas?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Certas escolas têm variância suspeitosamente baixa nas distribuições?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 escola mostrou melhoria súbita e inexplicável?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que atingem metas têm resultados externos ruins?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Inflação de notas internas + gap com SAEB + bonificação indevida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Alta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(interna vs externa) • Comparação de variância • Evolução temporal • KDE • Correlation heatmaps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INVESTIGATIVO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P05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OPERAÇÃO FROTA FANTASMA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em Manutenção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35% nos custos de manutenção de frota. Superfaturamento por oficinas credenciadas e reparos repetidos desnecessários.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frota_manutencao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oficinas_credenciadas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tabela_precos_referencia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SINDIREPA, DETRAN-CE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/ Logística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P05 — Operação Frota Fantasma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oficinas cobram consistentemente acima da referência?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reparos duplicados no mesmo veículo em curtos intervalos?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estão sendo atendidos em cidades incompatíveis com rotas?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suspeitas têm vínculos organizacionais?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Superfaturamento + serviços repetidos + oficinas com vínculos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Alta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desvio de preço • Detecção de duplicatas • Análise temporal diff() • Gráfico de Pareto • Scatter anotados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ANALÍTICO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P06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OPERAÇÃO CURTO-CIRCUITO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de Energia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de energia e apagões localizados. Relação entre furto de eletricidade e sobrecarga de infraestrutura causando blackouts.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consumo_energia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ocorrencias_rede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cadastro_transformadores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ANEEL, 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Elétrica / Sustentabilidade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P06 — Operação Curto-Circuito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unidades mostram quedas súbitas de 80-90% no consumo?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estão concentradas em bairros específicos?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correlação entre anomalias e incidentes na rede?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transformador está sobrecarregado?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abrupta de consumo (gato) + sobrecarga de transformador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Média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(Z-score) • Séries temporais • Ratio capacidade/carga • cut/qcut • Calendar heatmaps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ANALÍTICO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P07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DOSSIÊ EXODUS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Discriminação + Turnover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saltou de 12% para 19% em empresa de tecnologia. Gestão tóxica em departamento específico e discriminação salarial de gênero.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people_analytics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pesquisa_clima_anonima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historico_promocoes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CAGED/RAIS, Glassdoor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Pessoas / Administração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P07 — Dossiê Exodus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departamento tem as maiores taxas de turnover?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gap salarial sistemático entre homens e mulheres?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 demoram mais para serem promovidas?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de clima revela gestão tóxica?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salarial de gênero + gestor tóxico + tempo de promoção desigual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Média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turnover • Análise bivariada • Comparações por gênero • Groupby múltiplo • Catplot • Violinplot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ANALÍTICO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P08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ALERTA EPIDEMIOLÓGICO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 de Diabetes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alarmante de emergências por complicações de diabetes. População não diagnosticada com indicadores de risco e falha de cobertura em UBS.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diabetes_clinico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atendimentos_emergencia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unidades_saude_cobertura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VIGITEL, DataSUS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/ Saúde Pública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P08 — Alerta Epidemiológico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região concentra emergências mais graves?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sem acompanhamento têm emergências mais severas?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população não diagnosticada com indicadores clínicos de diabetes?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UBS tem falha de cobertura — estava fechada?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Subdiagnóstico por faixa etária + falha de cobertura (UBS fechada)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Média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valores impossíveis • Funções de classificação de risco • Distribuições comparativas • Pairplot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INVESTIGATIVO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P09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OPERAÇÃO LAVA-IMÓVEL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Lavagem de Dinheiro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Lavagem de dinheiro no mercado imobiliário de Fortaleza. Compras inflacionadas por CPFs com renda incompatível e CNPJs de fachada.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mercado_imobiliario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compradores_perfil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historico_precos_bairro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FipeZap, VivaReal/ZAP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Civil / Finanças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DC2626">
              <a:alpha val="3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P09 — Operação Lava-Imóvel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transações têm preços 40-60% acima da referência do bairro?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compradores com renda incompatível com os imóveis?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Certos compradores adquiriram 3+ imóveis? Qual o perfil?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imóveis revendidos rapidamente (flip) com 50%+ de lucro?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incompatível + sobrepreço + revenda rápida + CNPJs ligados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Alta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preço/referência • Flag renda incompatível • Detecção de flip • Análise de CNPJ • Jointplot • Scatter outliers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ANALÍTICO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P10</a:t>
            </a:r>
            <a:endParaRPr lang="en-US" sz="4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RADIOGRAFIA MUNICIPAL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Público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 em 184 municípios do Ceará. Altos repasses federais com indicadores sociais estagnados. Empresas de fachada e fracionamento de licitações.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4114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indicadores_municipais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repasses_federais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licitacoes_municipais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REAIS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IBGE, Atlas Brasil, IPEA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Pública / Economia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7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P10 — Radiografia Municipal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INVESTIGATIVA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recebem acima da média mas têm indicadores estagnados?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sociais melhoraram 2020-2023 nos municípios suspeitos?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empresas de fachada (mesmo endereço, sócios) vencendo licitações?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estão fracionados abaixo de R$80k para evitar pregão?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0" y="1097280"/>
            <a:ext cx="3108960" cy="18288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OCULTO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9436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repasse + indicadores estagnados + empresas de fachada + fracionamento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606040"/>
            <a:ext cx="109728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Alta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8404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ESPERADAS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composto • Tratamento de HDI impossível • Detecção por endereço/sócio • Per-capita • Correlation heatmap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DOS 10 PROJETOS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Bisturi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Hospitalar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55648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556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Marketplace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E-commerce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59736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597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05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Vermelho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79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Ambiental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63824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638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209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Nota Inflada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483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Educacional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67912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67912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6791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Frota Fantasma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em Manutenção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1051560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05156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1051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Curto-Circuito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de Energia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755648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755648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175564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0680" y="1801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Dossiê Exodus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2075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Discriminação + Turnover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459736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2459736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24597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440680" y="25054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Epidemiológico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2779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Surto de Diabetes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163824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163824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1638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40680" y="3209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Lava-Imóvel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40680" y="34838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Lavagem de Dinheiro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867912"/>
            <a:ext cx="3840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3867912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386791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440680" y="39136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Radiografia Municipal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4068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Dinheiro Público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663440"/>
            <a:ext cx="22860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777240" y="4645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 — Investigativos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0" y="4663440"/>
            <a:ext cx="2286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7" name="Text 55"/>
          <p:cNvSpPr/>
          <p:nvPr/>
        </p:nvSpPr>
        <p:spPr>
          <a:xfrm>
            <a:off x="3794760" y="4645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 — Analíticos Realistas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BOAS INVESTIGAÇÕES!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verdade está no cruzamento dos dados.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2918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Comecem pela inspeção dos 3 datasets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Façam a limpeza antes de qualquer análise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Cruzem os datasets — a resposta não está em um único CSV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Sigam as pistas iniciais do README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ignorem outliers — eles podem ser a evidência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— MBA Ciência de Dados — UNIFOR —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Investigativo — Projetos Finais — Turma 13</dc:title>
  <dc:subject>PptxGenJS Presentation</dc:subject>
  <dc:creator>Prof. Cássio Pinheiro</dc:creator>
  <cp:lastModifiedBy>Prof. Cássio Pinheiro</cp:lastModifiedBy>
  <cp:revision>1</cp:revision>
  <dcterms:created xsi:type="dcterms:W3CDTF">2026-03-05T19:47:46Z</dcterms:created>
  <dcterms:modified xsi:type="dcterms:W3CDTF">2026-03-05T19:47:46Z</dcterms:modified>
</cp:coreProperties>
</file>